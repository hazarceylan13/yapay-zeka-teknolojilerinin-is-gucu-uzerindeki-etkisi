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7562850" cx="10693400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FsxoPvkCSAkjejhbA8opI3179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604010" y="4235196"/>
            <a:ext cx="7485379" cy="189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534670" y="302513"/>
            <a:ext cx="9624059" cy="121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534670" y="1739455"/>
            <a:ext cx="962405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534670" y="302513"/>
            <a:ext cx="9624059" cy="121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5507100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534670" y="302513"/>
            <a:ext cx="9624059" cy="121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534670" y="302513"/>
            <a:ext cx="9624059" cy="121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534670" y="1739455"/>
            <a:ext cx="962405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1" type="ftr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0" y="772922"/>
            <a:ext cx="10692000" cy="6014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0" y="772922"/>
            <a:ext cx="10692000" cy="6014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772922"/>
            <a:ext cx="10692003" cy="60142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772922"/>
            <a:ext cx="10692003" cy="60142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772922"/>
            <a:ext cx="10692003" cy="60142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772922"/>
            <a:ext cx="10692003" cy="60142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8F9F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0" y="772922"/>
            <a:ext cx="10692003" cy="60142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0"/>
            <a:ext cx="10692000" cy="7563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8F9F4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2025-11-19T21:11:58Z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LastSaved">
    <vt:filetime>2025-11-19T00:00:00Z</vt:filetime>
  </property>
</Properties>
</file>